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219456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DevDocs: Software Architecture Patterns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Subscription Portal for Professional Software Architects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Ayush Mishra  |  150096725046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Skills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Statement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Our Solution — DevDocs Portal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Working (Features &amp; Implementation)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3375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Conclusion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Slides (excluding Title and Thank You slide) should not be more than 4.</a:t>
            </a:r>
            <a:endParaRPr lang="en-US" sz="9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389120"/>
            <a:ext cx="137160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3931920" cy="4023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77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patterns are scattered across books, blogs, and videos.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gives scale, cost, trade-offs, and code in one place.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waste time searching for the right pattern for their system.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23774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937760" y="685800"/>
            <a:ext cx="3931920" cy="4023360"/>
          </a:xfrm>
          <a:prstGeom prst="rect">
            <a:avLst/>
          </a:prstGeom>
          <a:solidFill>
            <a:srgbClr val="F5F5F5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7772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— DevDocs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120640" y="12344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DevDocs is a web portal that puts all 16 architecture patterns in one place.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pattern card shows: tech stack, pros/cons, scale, latency, and cost.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HTML5, CSS3, and JavaScript — no backend or framework needed.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Our Solution — DevDocs Portal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27432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685800"/>
            <a:ext cx="54864" cy="19202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795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Architecture Blueprints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0759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with tech stack, pros/cons, scale &amp; cost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82112" y="685800"/>
            <a:ext cx="27432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82112" y="685800"/>
            <a:ext cx="54864" cy="19202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9272" y="795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Search Filter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9272" y="130759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name, scale (1M users), or latency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89904" y="685800"/>
            <a:ext cx="27432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9904" y="685800"/>
            <a:ext cx="54864" cy="19202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27064" y="7955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Pricing Plans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27064" y="130759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₹749 · Pro ₹2,449 · Enterprise ₹8,299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27432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88920"/>
            <a:ext cx="54864" cy="19202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898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Dashboard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41071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real-time KPI metric cards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182112" y="2788920"/>
            <a:ext cx="27432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82112" y="2788920"/>
            <a:ext cx="54864" cy="19202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2898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/ Light Mode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19272" y="341071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theme switch saved with localStorage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89904" y="2788920"/>
            <a:ext cx="274320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89904" y="2788920"/>
            <a:ext cx="54864" cy="19202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27064" y="28986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Snippets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27064" y="3410712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Show/Hide toggle for real code on each pattern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Working — Method &amp; Implementation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Used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84048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1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0817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portal — landing, sidebar, 3 sections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384048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56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1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patterns.html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214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patterns with diagrams &amp; 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23744"/>
            <a:ext cx="384048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6946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1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search.html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with filter chips &amp; results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236976"/>
            <a:ext cx="384048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282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1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style.css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4787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Dark/light theme, animations, layout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950208"/>
            <a:ext cx="384048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959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1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script.js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261104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arrays, render, search, theme functions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685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B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JavaScript Functions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114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11430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1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filterPatterns(query)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140817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across 7 fields in real 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810512"/>
            <a:ext cx="4114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8562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1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renderHome(list)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12140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all 16 pattern cards dynamically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523744"/>
            <a:ext cx="4114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00600" y="25694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1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renderPricing()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8346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3 subscription plan cards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36976"/>
            <a:ext cx="4114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2826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1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renderPerf()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54787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15 performance metric cards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3950208"/>
            <a:ext cx="4114800" cy="59436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39959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1B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toggleTheme()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426110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dark/light, saves to localStorage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DevDocs successfully demonstrates a production-quality web portal built using only HTML5, CSS3, and Vanilla JavaScript — with no backend or external library.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828800" cy="14630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42032" y="1691640"/>
            <a:ext cx="1828800" cy="14630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542032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26864" y="1691640"/>
            <a:ext cx="1828800" cy="14630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6864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26864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711696" y="1691640"/>
            <a:ext cx="1828800" cy="1463040"/>
          </a:xfrm>
          <a:prstGeom prst="rect">
            <a:avLst/>
          </a:prstGeom>
          <a:solidFill>
            <a:srgbClr val="A81B50"/>
          </a:solidFill>
          <a:ln w="12700">
            <a:solidFill>
              <a:srgbClr val="A81B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1737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6711696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Semantic HTML structure with landing screen, sidebar, and 3 sections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CSS variables for instant dark/light theme switching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JavaScript data arrays with live search filter and dynamic card rendering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Responsive layout working correctly on all screen sizes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81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274320"/>
            <a:ext cx="219456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Ayush Mishra  |  150096725046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Skills University  —  Case Study No. 50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DevDocs - Software Architecture Patterns</dc:title>
  <dc:subject>PptxGenJS Presentation</dc:subject>
  <dc:creator>PptxGenJS</dc:creator>
  <cp:lastModifiedBy>PptxGenJS</cp:lastModifiedBy>
  <cp:revision>1</cp:revision>
  <dcterms:created xsi:type="dcterms:W3CDTF">2026-03-15T09:04:47Z</dcterms:created>
  <dcterms:modified xsi:type="dcterms:W3CDTF">2026-03-15T09:04:47Z</dcterms:modified>
</cp:coreProperties>
</file>